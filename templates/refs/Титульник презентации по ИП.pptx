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9144000" cy="5143500"/>
  <p:notesSz cx="7559675" cy="10691813"/>
  <p:embeddedFontLst>
    <p:embeddedFont>
      <p:font typeface="Calibri Light"/>
    </p:embeddedFont>
    <p:embeddedFont>
      <p:font typeface="Mulish"/>
      <p:regular r:id="rId4"/>
      <p:italic r:id="rId5"/>
      <p:boldItalic r:id="rId6"/>
    </p:embeddedFont>
    <p:embeddedFont>
      <p:font typeface="Source Han Sans CN"/>
      <p:regular r:id="rId7"/>
      <p:bold r:id="rId8"/>
    </p:embeddedFont>
    <p:embeddedFont>
      <p:font typeface="Noto Sans Devanagari"/>
      <p:regular r:id="rId9"/>
      <p:bold r:id="rId10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Mulish_Regular.fntdata"/><Relationship Id="rId5" Type="http://schemas.openxmlformats.org/officeDocument/2006/relationships/font" Target="fonts/Font_2_Mulish_Italic.fntdata"/><Relationship Id="rId6" Type="http://schemas.openxmlformats.org/officeDocument/2006/relationships/font" Target="fonts/Font_3_Mulish_BoldItalic.fntdata"/><Relationship Id="rId7" Type="http://schemas.openxmlformats.org/officeDocument/2006/relationships/font" Target="fonts/Font_4_Source_Han_Sans_CN_Regular.fntdata"/><Relationship Id="rId8" Type="http://schemas.openxmlformats.org/officeDocument/2006/relationships/font" Target="fonts/Font_5_Source_Han_Sans_CN_Bold.fntdata"/><Relationship Id="rId9" Type="http://schemas.openxmlformats.org/officeDocument/2006/relationships/font" Target="fonts/Font_6_Noto_Sans_Devanagari_Regular.fntdata"/><Relationship Id="rId10" Type="http://schemas.openxmlformats.org/officeDocument/2006/relationships/font" Target="fonts/Font_7_Noto_Sans_Devanagari_Bold.fntdata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30000" y="273960"/>
            <a:ext cx="7886160" cy="99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30000" y="1260720"/>
            <a:ext cx="3867480" cy="61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30000" y="1878840"/>
            <a:ext cx="3867480" cy="276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629240" y="1260720"/>
            <a:ext cx="3886560" cy="61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629240" y="1878840"/>
            <a:ext cx="3886560" cy="276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ftr" idx="2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D64291-C9D7-4345-89C6-702FFD5B2878}" type="slidenum">
              <a:rPr lang="e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160" cy="99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dt" idx="4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5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6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53F3E77-16A9-4D88-BCCC-5D3D30F0472B}" type="slidenum">
              <a:rPr lang="e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dt" idx="7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ftr" idx="8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9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1CF315E-126D-4A3E-9949-A8C8B74DDFB4}" type="slidenum">
              <a:rPr lang="e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30000" y="343080"/>
            <a:ext cx="2948400" cy="11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887280" y="740520"/>
            <a:ext cx="4628520" cy="365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30000" y="1542960"/>
            <a:ext cx="2948400" cy="2858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9CE0D8B-7884-4624-AB6E-F9478CFE80A6}" type="slidenum">
              <a:rPr lang="e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30000" y="343080"/>
            <a:ext cx="2948400" cy="11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887280" y="740520"/>
            <a:ext cx="4628520" cy="3654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lvl="1" indent="-324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2" indent="-288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3" indent="-216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4" indent="-216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5" indent="-216000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6" indent="-216000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30000" y="1542960"/>
            <a:ext cx="2948400" cy="2858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DBAD47D-C32C-4918-8DF6-9C39E2EE1C16}" type="slidenum">
              <a:rPr lang="e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685800">
              <a:lnSpc>
                <a:spcPct val="90000"/>
              </a:lnSpc>
              <a:buNone/>
              <a:tabLst>
                <a:tab pos="0" algn="l"/>
              </a:tabLst>
              <a:defRPr lang="ru-RU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6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17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sldNum" idx="18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F758214-CDD5-4339-88B7-EBCC78F582E2}" type="slidenum">
              <a:rPr lang="e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160" cy="99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160" cy="3262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9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0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21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D9C699-A948-4BA4-8734-F7D2541EC0A2}" type="slidenum">
              <a:rPr lang="e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543720" y="273960"/>
            <a:ext cx="1971000" cy="435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28560" y="273960"/>
            <a:ext cx="5799960" cy="435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646D717-F078-4783-AB77-9D33B647CE72}" type="slidenum">
              <a:rPr lang="e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579840" y="1854360"/>
            <a:ext cx="3603960" cy="84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ru-RU" sz="5000" b="0" u="none" strike="noStrike">
                <a:solidFill>
                  <a:schemeClr val="dk2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5000" b="0" u="none" strike="noStrike">
                <a:solidFill>
                  <a:schemeClr val="dk2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lang="ru-RU" sz="5000" b="0" u="none" strike="noStrike">
              <a:solidFill>
                <a:schemeClr val="dk2"/>
              </a:solidFill>
              <a:effectLst/>
              <a:uFillTx/>
              <a:latin typeface="Calibri Ligh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title" hasCustomPrompt="1"/>
          </p:nvPr>
        </p:nvSpPr>
        <p:spPr>
          <a:xfrm>
            <a:off x="1959120" y="1854360"/>
            <a:ext cx="1189080" cy="84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 defTabSz="685800">
              <a:lnSpc>
                <a:spcPct val="90000"/>
              </a:lnSpc>
              <a:buNone/>
              <a:tabLst>
                <a:tab pos="0" algn="l"/>
              </a:tabLst>
              <a:defRPr lang="ru-RU" sz="6000" b="0" u="none" strike="noStrike">
                <a:solidFill>
                  <a:schemeClr val="dk2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2"/>
                </a:solidFill>
                <a:effectLst/>
                <a:uFillTx/>
                <a:latin typeface="Calibri Light"/>
              </a:rPr>
              <a:t>xx%</a:t>
            </a:r>
            <a:endParaRPr lang="ru-RU" sz="6000" b="0" u="none" strike="noStrike">
              <a:solidFill>
                <a:schemeClr val="dk2"/>
              </a:solidFill>
              <a:effectLst/>
              <a:uFillTx/>
              <a:latin typeface="Calibri Light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5"/>
          </p:nvPr>
        </p:nvSpPr>
        <p:spPr>
          <a:xfrm>
            <a:off x="4297680" y="4602960"/>
            <a:ext cx="547920" cy="333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2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0B421C42-97ED-4DB7-AE11-285804925C1E}" type="slidenum">
              <a:rPr lang="en" sz="900" b="0" u="none" strike="noStrike">
                <a:solidFill>
                  <a:schemeClr val="dk2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 poi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969840" y="2079360"/>
            <a:ext cx="7203960" cy="87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26"/>
          </p:nvPr>
        </p:nvSpPr>
        <p:spPr>
          <a:xfrm>
            <a:off x="4297680" y="4602960"/>
            <a:ext cx="547920" cy="333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2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652E6AA2-829F-4664-B663-8C141275B337}" type="slidenum">
              <a:rPr lang="en" sz="900" b="0" u="none" strike="noStrike">
                <a:solidFill>
                  <a:schemeClr val="dk2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160" cy="99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160" cy="3262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7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28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29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ABBE41D-9233-4815-AFBF-B87899834DD1}" type="slidenum">
              <a:rPr lang="e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23880" y="1282320"/>
            <a:ext cx="7886160" cy="213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ru-RU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23880" y="3441960"/>
            <a:ext cx="7886160" cy="1124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ru-RU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ru-RU" sz="18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0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3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5B1BAC8-A312-47E7-9FD0-CF354F1F68DE}" type="slidenum">
              <a:rPr lang="e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160" cy="99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tabLst>
                <a:tab pos="0" algn="l"/>
              </a:tabLst>
              <a:def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85480" cy="3262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629240" y="1369080"/>
            <a:ext cx="3885480" cy="3262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4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5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1B73A1E-CE2F-4E1C-AD86-BA9DB5C0DFBB}" type="slidenum">
              <a:rPr lang="e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94640" y="2599920"/>
            <a:ext cx="8067600" cy="84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FF0000"/>
                </a:solidFill>
                <a:effectLst/>
                <a:uFillTx/>
                <a:latin typeface="Mulish"/>
              </a:rPr>
              <a:t>Специализация агропромышленного комплекса Аргентины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255240" y="273240"/>
            <a:ext cx="8625960" cy="61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КУБАНСКИЙ ГОСУДАРСТВЕННЫЙ УНИВЕРСИТЕТ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ИНСТИТУТ СРЕДНЕГО ПРОФЕСИОНАЛЬНОГО ОБРАЗОВАНИЯ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8" name="Google Shape;287;p29"/>
          <p:cNvCxnSpPr/>
          <p:nvPr/>
        </p:nvCxnSpPr>
        <p:spPr>
          <a:xfrm flipV="1">
            <a:off x="191160" y="4855320"/>
            <a:ext cx="8691120" cy="64440"/>
          </a:xfrm>
          <a:prstGeom prst="straightConnector1">
            <a:avLst/>
          </a:prstGeom>
          <a:ln w="19050">
            <a:solidFill>
              <a:srgbClr val="FFFFFF"/>
            </a:solidFill>
            <a:round/>
            <a:headEnd len="med" type="oval" w="med"/>
            <a:tailEnd len="med" type="oval" w="med"/>
          </a:ln>
        </p:spPr>
      </p:cxnSp>
      <p:cxnSp>
        <p:nvCxnSpPr>
          <p:cNvPr id="69" name="Google Shape;288;p29"/>
          <p:cNvCxnSpPr/>
          <p:nvPr/>
        </p:nvCxnSpPr>
        <p:spPr>
          <a:xfrm flipV="1">
            <a:off x="254880" y="226800"/>
            <a:ext cx="8627400" cy="14760"/>
          </a:xfrm>
          <a:prstGeom prst="straightConnector1">
            <a:avLst/>
          </a:prstGeom>
          <a:ln w="19050">
            <a:solidFill>
              <a:srgbClr val="FFFFFF"/>
            </a:solidFill>
            <a:round/>
            <a:headEnd len="med" type="oval" w="med"/>
            <a:tailEnd len="med" type="oval" w="med"/>
          </a:ln>
        </p:spPr>
      </p:cxnSp>
      <p:sp>
        <p:nvSpPr>
          <p:cNvPr id="70" name="TextBox 5"/>
          <p:cNvSpPr/>
          <p:nvPr/>
        </p:nvSpPr>
        <p:spPr>
          <a:xfrm>
            <a:off x="255240" y="4225680"/>
            <a:ext cx="4638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Работу выполнила: </a:t>
            </a:r>
            <a:r>
              <a:rPr lang="ru-RU" sz="1800" b="1" u="none" strike="noStrike">
                <a:solidFill>
                  <a:srgbClr val="FF0000"/>
                </a:solidFill>
                <a:effectLst/>
                <a:uFillTx/>
                <a:latin typeface="Mulish"/>
              </a:rPr>
              <a:t>М.А. Сытницкая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Руководитель: А.В. Комарова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"/>
          <p:cNvSpPr/>
          <p:nvPr/>
        </p:nvSpPr>
        <p:spPr>
          <a:xfrm>
            <a:off x="1650240" y="1078200"/>
            <a:ext cx="58356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38.02.01 Экономика и бухучет (по отраслям)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1 курс 1 группа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1461240" y="1472400"/>
            <a:ext cx="6220800" cy="10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ИНДИВИДУАЛЬНЫЙ ПРОЕКТ по ГЕОГРАФИИ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Application>LibreOffice/26.2.2.2$Linux_X86_64 LibreOffice_project/42d76a33568d9a37e1fc00c3228d3881e2f8df73</Application>
  <AppVersion>15.0000</AppVersion>
  <Words>98</Words>
  <Paragraphs>36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2026-04-04T23:09:02Z</dcterms:modified>
  <cp:revision>14</cp:revision>
  <dc:subject/>
  <dc:title>Особенности отраслевой специализации хозяйства Аргентины.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Экран (16:9)</vt:lpwstr>
  </property>
  <property fmtid="{D5CDD505-2E9C-101B-9397-08002B2CF9AE}" pid="4" name="Slides">
    <vt:i4>10</vt:i4>
  </property>
</Properties>
</file>